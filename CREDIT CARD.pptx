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3AA82D2-EA15-48E6-A22B-435DF16490BF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4BC9A46-900C-4190-95D5-1C0522D1EB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8153400" cy="3276599"/>
          </a:xfrm>
        </p:spPr>
        <p:txBody>
          <a:bodyPr>
            <a:normAutofit fontScale="90000"/>
          </a:bodyPr>
          <a:lstStyle/>
          <a:p>
            <a:r>
              <a:rPr lang="en-US" sz="8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CREDIT CARD</a:t>
            </a:r>
            <a:br>
              <a:rPr lang="en-US" sz="8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8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FRAUD</a:t>
            </a:r>
            <a:br>
              <a:rPr lang="en-US" sz="8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8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DETECTION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10200" y="3200400"/>
            <a:ext cx="3352800" cy="145851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USING</a:t>
            </a:r>
          </a:p>
          <a:p>
            <a:r>
              <a:rPr lang="en-US" dirty="0" smtClean="0"/>
              <a:t> MACHINE LEARNING AND </a:t>
            </a:r>
          </a:p>
          <a:p>
            <a:r>
              <a:rPr lang="en-US" dirty="0" smtClean="0"/>
              <a:t>GENERATIVE AI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 Title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Growing Problem of Credit Card Fraud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>
                <a:latin typeface="Arial Black" pitchFamily="34" charset="0"/>
              </a:rPr>
              <a:t>Bullet points</a:t>
            </a:r>
            <a:r>
              <a:rPr lang="en-US" dirty="0" smtClean="0"/>
              <a:t>:   </a:t>
            </a:r>
          </a:p>
          <a:p>
            <a:pPr>
              <a:buNone/>
            </a:pP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Credit card fraud is a growing concern worldwide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*Fraudulent transactions result in significant                   financial losses   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*Credit card companies and merchants need effective solutions to detect and prevent fraud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rial Rounded MT Bold" pitchFamily="34" charset="0"/>
              </a:rPr>
              <a:t>PROBLEM STATEMENT:</a:t>
            </a:r>
            <a:endParaRPr lang="en-US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772400" cy="990600"/>
          </a:xfrm>
        </p:spPr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 Rounded MT Bold" pitchFamily="34" charset="0"/>
              </a:rPr>
              <a:t>TYPES OF CREDIT CARD FRAUD</a:t>
            </a:r>
            <a:r>
              <a:rPr lang="en-US" dirty="0" smtClean="0">
                <a:solidFill>
                  <a:schemeClr val="tx1"/>
                </a:solidFill>
                <a:latin typeface="Arial Rounded MT Bold" pitchFamily="34" charset="0"/>
              </a:rPr>
              <a:t>:</a:t>
            </a:r>
            <a:endParaRPr lang="en-US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2600"/>
            <a:ext cx="7656513" cy="4038600"/>
          </a:xfrm>
        </p:spPr>
        <p:txBody>
          <a:bodyPr>
            <a:normAutofit/>
          </a:bodyPr>
          <a:lstStyle/>
          <a:p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Types of Credit Card </a:t>
            </a:r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Fraud</a:t>
            </a:r>
          </a:p>
          <a:p>
            <a:r>
              <a:rPr lang="en-US" dirty="0" smtClean="0"/>
              <a:t> </a:t>
            </a:r>
            <a:endParaRPr lang="en-US" dirty="0" smtClean="0">
              <a:solidFill>
                <a:schemeClr val="accent3">
                  <a:lumMod val="20000"/>
                  <a:lumOff val="80000"/>
                </a:schemeClr>
              </a:solidFill>
              <a:latin typeface="Arial Black" pitchFamily="34" charset="0"/>
            </a:endParaRPr>
          </a:p>
          <a:p>
            <a:r>
              <a:rPr lang="en-US" dirty="0" smtClean="0"/>
              <a:t>           &gt; Stolen </a:t>
            </a:r>
            <a:r>
              <a:rPr lang="en-US" dirty="0" smtClean="0"/>
              <a:t>or lost cards   </a:t>
            </a:r>
            <a:endParaRPr lang="en-US" dirty="0" smtClean="0"/>
          </a:p>
          <a:p>
            <a:r>
              <a:rPr lang="en-US" dirty="0" smtClean="0"/>
              <a:t>           &gt;  </a:t>
            </a:r>
            <a:r>
              <a:rPr lang="en-US" dirty="0" smtClean="0"/>
              <a:t>Counterfeit cards </a:t>
            </a:r>
            <a:endParaRPr lang="en-US" dirty="0" smtClean="0"/>
          </a:p>
          <a:p>
            <a:r>
              <a:rPr lang="en-US" dirty="0" smtClean="0"/>
              <a:t>           &gt; Card-not-present </a:t>
            </a:r>
            <a:r>
              <a:rPr lang="en-US" dirty="0" smtClean="0"/>
              <a:t>(CNP) fraud   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       &gt;  Identity </a:t>
            </a:r>
            <a:r>
              <a:rPr lang="en-US" dirty="0" smtClean="0"/>
              <a:t>theft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Using Machine Learning to Detect Credit Card </a:t>
            </a:r>
            <a:r>
              <a:rPr lang="en-US" dirty="0" smtClean="0"/>
              <a:t>Fraud</a:t>
            </a:r>
          </a:p>
          <a:p>
            <a:r>
              <a:rPr lang="en-US" dirty="0" smtClean="0"/>
              <a:t> Machine </a:t>
            </a:r>
            <a:r>
              <a:rPr lang="en-US" dirty="0" smtClean="0"/>
              <a:t>learning algorithms can analyze transaction data to identify patterns and anomalies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Techniques such as decision trees, clustering, and neural networks can be used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Machine learning models can be trained on historical data to improve accuracy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Machine learning for  fraud detection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machine learning algorithms, which allow </a:t>
            </a:r>
            <a:r>
              <a:rPr lang="en-US" sz="2000" dirty="0" smtClean="0"/>
              <a:t>for the </a:t>
            </a:r>
            <a:r>
              <a:rPr lang="en-US" sz="2000" dirty="0" smtClean="0"/>
              <a:t>identification of unusual spending patterns, suspicious transactions, and potential fraudulent activity, ultimately providing benefits like minimizing financial losses, protecting customer data, and enhancing customer trust by proactively preventing fraud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Key points: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dirty="0" smtClean="0"/>
              <a:t>       Transaction </a:t>
            </a:r>
            <a:r>
              <a:rPr lang="en-US" dirty="0" smtClean="0"/>
              <a:t>amount and frequency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Location </a:t>
            </a:r>
            <a:r>
              <a:rPr lang="en-US" dirty="0" smtClean="0"/>
              <a:t>and time of transaction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Cardholder </a:t>
            </a:r>
            <a:r>
              <a:rPr lang="en-US" dirty="0" smtClean="0"/>
              <a:t>behavior and history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Merchant </a:t>
            </a:r>
            <a:r>
              <a:rPr lang="en-US" dirty="0" smtClean="0"/>
              <a:t>and transaction type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features for fraud detectio</a:t>
            </a:r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1524000" y="3810000"/>
            <a:ext cx="3048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524000" y="4267200"/>
            <a:ext cx="304800" cy="103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1524000" y="4724401"/>
            <a:ext cx="3048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524000" y="5181600"/>
            <a:ext cx="3048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64</TotalTime>
  <Words>219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Concourse</vt:lpstr>
      <vt:lpstr>CREDIT CARD  FRAUD  DETECTION</vt:lpstr>
      <vt:lpstr>PROBLEM STATEMENT:</vt:lpstr>
      <vt:lpstr>TYPES OF CREDIT CARD FRAUD:</vt:lpstr>
      <vt:lpstr>Machine learning for  fraud detection</vt:lpstr>
      <vt:lpstr>Key features for fraud detection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 FRAUD  DETECTION</dc:title>
  <dc:creator>admin</dc:creator>
  <cp:lastModifiedBy>admin</cp:lastModifiedBy>
  <cp:revision>8</cp:revision>
  <dcterms:created xsi:type="dcterms:W3CDTF">2025-03-04T04:29:46Z</dcterms:created>
  <dcterms:modified xsi:type="dcterms:W3CDTF">2025-03-04T05:46:39Z</dcterms:modified>
</cp:coreProperties>
</file>